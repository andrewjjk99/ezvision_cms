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62" r:id="rId4"/>
    <p:sldId id="267" r:id="rId5"/>
    <p:sldId id="268" r:id="rId6"/>
    <p:sldId id="265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27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59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08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9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264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317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50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9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087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53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477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8F1A-D7DC-4AA2-B0B7-80A96CDF260E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19FDB-FE5C-4875-A2BD-5E7EBD627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35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68" y="730128"/>
            <a:ext cx="10956758" cy="607172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196516" y="169657"/>
            <a:ext cx="3549316" cy="468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 smtClean="0"/>
              <a:t>LUT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22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3" y="644849"/>
            <a:ext cx="10940716" cy="6006442"/>
          </a:xfrm>
          <a:prstGeom prst="rect">
            <a:avLst/>
          </a:prstGeom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196516" y="169657"/>
            <a:ext cx="3549316" cy="468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 err="1" smtClean="0"/>
              <a:t>단차</a:t>
            </a:r>
            <a:r>
              <a:rPr lang="ko-KR" altLang="en-US" dirty="0"/>
              <a:t> </a:t>
            </a:r>
            <a:r>
              <a:rPr lang="ko-KR" altLang="en-US" dirty="0" smtClean="0"/>
              <a:t>측정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96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58" y="638054"/>
            <a:ext cx="11089609" cy="6147758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196516" y="169657"/>
            <a:ext cx="3549316" cy="468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 err="1" smtClean="0"/>
              <a:t>단차</a:t>
            </a:r>
            <a:r>
              <a:rPr lang="ko-KR" altLang="en-US" dirty="0"/>
              <a:t> </a:t>
            </a:r>
            <a:r>
              <a:rPr lang="ko-KR" altLang="en-US" dirty="0" smtClean="0"/>
              <a:t>측정 </a:t>
            </a:r>
            <a:r>
              <a:rPr lang="en-US" altLang="ko-KR" dirty="0" smtClean="0"/>
              <a:t>(A,B</a:t>
            </a:r>
            <a:r>
              <a:rPr lang="ko-KR" altLang="en-US" dirty="0" smtClean="0"/>
              <a:t>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620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72" y="638053"/>
            <a:ext cx="10975102" cy="6095359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196516" y="169657"/>
            <a:ext cx="3549316" cy="468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 smtClean="0"/>
              <a:t>거리 측정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671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4" y="577516"/>
            <a:ext cx="11068032" cy="6152147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196516" y="169657"/>
            <a:ext cx="3549316" cy="468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 smtClean="0"/>
              <a:t>거리 측정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545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083" y="0"/>
            <a:ext cx="9363456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780" y="762226"/>
            <a:ext cx="3938336" cy="3817796"/>
          </a:xfrm>
          <a:prstGeom prst="rect">
            <a:avLst/>
          </a:prstGeom>
        </p:spPr>
      </p:pic>
      <p:sp>
        <p:nvSpPr>
          <p:cNvPr id="15" name="내용 개체 틀 2"/>
          <p:cNvSpPr txBox="1">
            <a:spLocks/>
          </p:cNvSpPr>
          <p:nvPr/>
        </p:nvSpPr>
        <p:spPr>
          <a:xfrm>
            <a:off x="-1" y="426330"/>
            <a:ext cx="3649579" cy="1843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 smtClean="0"/>
              <a:t>거리 측정</a:t>
            </a:r>
            <a:endParaRPr lang="en-US" altLang="ko-KR" dirty="0" smtClean="0"/>
          </a:p>
          <a:p>
            <a:pPr algn="l"/>
            <a:r>
              <a:rPr lang="ko-KR" altLang="en-US" dirty="0" smtClean="0"/>
              <a:t>파란 광원</a:t>
            </a:r>
            <a:endParaRPr lang="en-US" altLang="ko-KR" dirty="0" smtClean="0"/>
          </a:p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00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98" y="0"/>
            <a:ext cx="9367024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779" y="762226"/>
            <a:ext cx="3938336" cy="3807266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-1" y="426330"/>
            <a:ext cx="3649579" cy="1843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 smtClean="0"/>
              <a:t>거리 측정</a:t>
            </a:r>
            <a:endParaRPr lang="en-US" altLang="ko-KR" dirty="0" smtClean="0"/>
          </a:p>
          <a:p>
            <a:pPr algn="l"/>
            <a:r>
              <a:rPr lang="ko-KR" altLang="en-US" dirty="0" smtClean="0"/>
              <a:t>빨간 광원</a:t>
            </a:r>
            <a:endParaRPr lang="en-US" altLang="ko-KR" dirty="0" smtClean="0"/>
          </a:p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0120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7108</TotalTime>
  <Words>22</Words>
  <Application>Microsoft Office PowerPoint</Application>
  <PresentationFormat>와이드스크린</PresentationFormat>
  <Paragraphs>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19</cp:revision>
  <dcterms:created xsi:type="dcterms:W3CDTF">2026-07-10T01:11:55Z</dcterms:created>
  <dcterms:modified xsi:type="dcterms:W3CDTF">2026-07-15T05:39:19Z</dcterms:modified>
</cp:coreProperties>
</file>