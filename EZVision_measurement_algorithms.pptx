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EZVision CMS 측정 알고리즘 정리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 · 레이저 검출 · LUT 생성 · 에지/간격 측정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단계별 사용 알고리즘 · 방법 · 처리 순서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보고 · 2026. 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캘리브레이션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5257800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Zhang's method — OpenCV cv2.calibrateCamera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검출 (2단계 폴백):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findChessboardCornersSB — 서브픽셀 내장 (NORMALIZE_IMAGE + ACCURACY)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findChessboardCorners(ADAPTIVE_THRESH|NORMALIZE|FAST_CHECK) + cornerSubPix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cornerSubPix 창 = 한 칸의 약 40%, 종료조건 EPS+MAX_ITER(50, 0.001)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 모델 2종: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Brown 5계수 (k1,k2,p1,p2,k3)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 8계수 (CALIB_RATIONAL_MODEL) — 고왜곡 렌즈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solve 플래그: USE_INTRINSIC_GUESS, FIX_ASPECT_RATIO(fx≈fy)</a:t>
            </a:r>
            <a:endParaRPr lang="en-US" sz="1300" dirty="0"/>
          </a:p>
          <a:p>
            <a:pPr algn="l" marL="190500" indent="-190500"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outlier 뷰 제거: 뷰별 재투영오차 MAD 기반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801368"/>
            <a:ext cx="5468112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패턴 설정 — 내부 코너 cols×rows, 한 칸 square_size_mm(20mm)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샘플마다 코너 검출(SB→classic+cornerSubPix) 후 유효성·품질 검사 (화면 3×3 분포)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최소 샘플 수집 (MIN_SAMPLES 이상, 권장 다수)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초기 내부행렬 설정 (f=max(W,H), 주점=영상 중심)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calibrateCamera solve → 내부행렬 K · 왜곡계수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뷰별 재투영오차 계산 (projectPoints, L2/점수)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 MAD 기반 이상 뷰 제거 후 재solve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 Pass/Fail 품질 평가 (rms_error, per_view_errors)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 저장 — JSON(K, dist, rms) + .npz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시: cv2.undistort로 매 프레임 왜곡 제거 (계수 길이로 모델 구분)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레이저 검출  (robust color ridge v2)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5257800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우세도 + 수직 top-hat 결합 응답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 = main − 0.5(other₁+other₂)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dominance = main − max(other)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0.55·chroma + 0.25·dom + 0.40·local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top-hat 커널 h = max(151, H/20) — bloom보다 크게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포화 코어(채널값 ≥ 250) 직접 응답 — 흰색 포화 중심 대응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우세 채널: 파랑=B / 빨강=R (laser_color 토글)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선형성 필터: 연결요소의 '컬럼 두께 중앙값' 기준</a:t>
            </a:r>
            <a:endParaRPr lang="en-US" sz="1300" dirty="0"/>
          </a:p>
          <a:p>
            <a:pPr algn="l" lvl="1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flare·반사 덩어리 오탐 방어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801368"/>
            <a:ext cx="5468112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색 응답 계산 (_robust_laser_response) + 밝기 게이트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ROI 마스킹 (roi_y0 / roi_y1)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자동 임계 (_automatic_response_mask) — Otsu + 백분위, morphology open/close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선형 연결요소만 유지 (_keep_line_like_components)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서브픽셀 중심 추출 → 임계 교차 중점법 (아래)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프로파일 정리 — 스파이크→Hampel→구간 median (단차 보존)</a:t>
            </a:r>
            <a:endParaRPr lang="en-US" sz="13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＊ 서브픽셀 중심 (_bright_band_center)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컬럼 피크의 75% 임계로 밝은 띠 상·하 경계 탐색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픽셀 사이 선형보간 → 두 경계의 중점 = 중심</a:t>
            </a:r>
            <a:endParaRPr lang="en-US" sz="1300" dirty="0"/>
          </a:p>
          <a:p>
            <a:pPr algn="l" lvl="1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포화(클리핑)에도 강함, x방향 추적으로 이중선 점프 억제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생성  (y픽셀 → 높이 mm)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5257800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높이를 아는 계단 블록 기준 실측 대응표</a:t>
            </a:r>
            <a:endParaRPr lang="en-US" sz="135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평탄 구간 자동 분할 (auto_segment_steps)</a:t>
            </a:r>
            <a:endParaRPr lang="en-US" sz="135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자동 스윕 (10~70) — 가장 안정적 단 수 채택</a:t>
            </a:r>
            <a:endParaRPr lang="en-US" sz="135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기준: 재현 빈도 · 표준편차 · 커버리지</a:t>
            </a:r>
            <a:endParaRPr lang="en-US" sz="135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프레임 병합(frame_count)으로 노이즈 저감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환산: y_to_height — LUT 선형 보간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801368"/>
            <a:ext cx="5468112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대상 캡처 &amp; 검출 (detect_laser_profile_for_lut)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프로파일 → 평탄 구간(단) 자동 분할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민감도 스윕 결과 중 최적 분할 선택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단 순서 × increment_mm 로 높이(mm) 부여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y_pixel ↔ height(mm) 대응표 구성</a:t>
            </a:r>
            <a:endParaRPr lang="en-US" sz="13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저장 (save_lut) — 생성 이미지도 함께 보관</a:t>
            </a:r>
            <a:endParaRPr lang="en-US" sz="1350" dirty="0"/>
          </a:p>
          <a:p>
            <a:pPr algn="l" marL="190500" indent="-190500">
              <a:buSzPct val="100000"/>
              <a:buChar char="•"/>
            </a:pPr>
            <a:r>
              <a:rPr lang="en-US" sz="135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시: 레이저 y픽셀 → LUT 선형 보간 → 높이(mm) 즉시 환산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확정 · 간격 측정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· 알고리즘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5257800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프로파일을 직선 세그먼트로 분할 후 두 에지 간 거리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 분할 (find_laser_segments)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점프 임계 자동 = median + 6·MAD, 짧은 NaN 브릿지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쌍 점수화: 길이·폭·중앙 근접 + 단차 Δy 보너스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min_step_dy_px 로 '다른 단' 쌍만 선택 가능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끝점 2종: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— 끝 16점 직선 피팅 (refine_line_end)</a:t>
            </a:r>
            <a:endParaRPr lang="en-US" sz="1300" dirty="0"/>
          </a:p>
          <a:p>
            <a:pPr algn="l" lvl="1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bright — 코어 밝기 세그 피크 80% 이상 마지막 컬럼</a:t>
            </a:r>
            <a:endParaRPr lang="en-US" sz="1300" dirty="0"/>
          </a:p>
          <a:p>
            <a:pPr algn="l" lvl="1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bright는 코너 글로우 꼬리 제외 → 권장값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801368"/>
            <a:ext cx="5468112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간격용 검출 (detect_laser_profile_for_gap, 끊김 보존)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프로파일을 y점프 기준 세그먼트로 분할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인접 세그먼트 쌍 점수화 → 측정할 간격 자동 선택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양쪽 에지 끝점 확정 (raw 직선피팅 + bright 코어기준)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dx = 두 에지의 x좌표 차</a:t>
            </a:r>
            <a:endParaRPr lang="en-US" sz="13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mm/px(plane scale) 곱해 mm 환산</a:t>
            </a:r>
            <a:endParaRPr lang="en-US" sz="1300" dirty="0"/>
          </a:p>
          <a:p>
            <a:pPr algn="l"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B2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dx(bright) 권장값 + dx(raw) 병행, 단차 Δy 함께 제공</a:t>
            </a:r>
            <a:endParaRPr lang="en-US" sz="1300" dirty="0"/>
          </a:p>
          <a:p>
            <a:pPr algn="l" lvl="1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＊ ROI 지정 시: A/B 영역 안 레이저의 마주보는 끝점으로 측정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2026-07-16T05:57:24Z</dcterms:created>
  <dcterms:modified xsi:type="dcterms:W3CDTF">2026-07-16T05:57:25Z</dcterms:modified>
</cp:coreProperties>
</file>